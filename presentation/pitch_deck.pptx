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_one_ai_services_plat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_one_one_app_every_jour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ự_phức_tạp_cản_trở_tiếp_cậ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ản_trình_bày_x_one_về_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_one_trình_bày_hệ_sinh_thái_dịch_vụ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_one_live_demo_smart_service_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_one_workflow_from_chat_to_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_one_ai_plans_humans_dec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_one_orchestration_architecture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driving_vietnam_s_digital_economy_for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assistants_competitive_landsc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_one_b2b2c_orchestration_plat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_one_economic_potential_and_investment_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_one_orchestrating_digital_serv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X-One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X-One — Một yêu cầu. Nhiều dịch vụ.</dc:title>
  <dc:subject>X-One pitch deck assembled from generated slide images</dc:subject>
  <dc:creator>OpenAI</dc:creator>
  <cp:lastModifiedBy>OpenAI</cp:lastModifiedBy>
  <cp:revision>1</cp:revision>
  <dcterms:created xsi:type="dcterms:W3CDTF">2026-09-01T12:06:25Z</dcterms:created>
  <dcterms:modified xsi:type="dcterms:W3CDTF">2026-09-01T12:06:25Z</dcterms:modified>
</cp:coreProperties>
</file>